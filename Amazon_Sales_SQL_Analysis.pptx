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Amazon Sales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SQL-Based Business Insights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Amazon sales data using SQL to understand sales trends,</a:t>
            </a:r>
          </a:p>
          <a:p>
            <a:r>
              <a:t>customer behavior, and revenue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data including:</a:t>
            </a:r>
          </a:p>
          <a:p>
            <a:r>
              <a:t>- City, Branch, Product Line</a:t>
            </a:r>
          </a:p>
          <a:p>
            <a:r>
              <a:t>- Customer Type, Gender</a:t>
            </a:r>
          </a:p>
          <a:p>
            <a:r>
              <a:t>- Quantity, Unit Price, VAT</a:t>
            </a:r>
          </a:p>
          <a:p>
            <a:r>
              <a:t>- Date, Time, Rating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MySQL</a:t>
            </a:r>
          </a:p>
          <a:p>
            <a:r>
              <a:t>- SQL Aggregations</a:t>
            </a:r>
          </a:p>
          <a:p>
            <a:r>
              <a:t>- Subqueries</a:t>
            </a:r>
          </a:p>
          <a:p>
            <a:r>
              <a:t>- Window Functions</a:t>
            </a:r>
          </a:p>
          <a:p>
            <a:r>
              <a:t>- Date &amp; Time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Which product line generates the highest revenue?</a:t>
            </a:r>
          </a:p>
          <a:p>
            <a:r>
              <a:t>- Which city and branch perform best?</a:t>
            </a:r>
          </a:p>
          <a:p>
            <a:r>
              <a:t>- Customer type with highest VAT contribution?</a:t>
            </a:r>
          </a:p>
          <a:p>
            <a:r>
              <a:t>- Sales trends by month and time of day?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Certain product lines dominate total revenue</a:t>
            </a:r>
          </a:p>
          <a:p>
            <a:r>
              <a:t>- Weekend sales differ from weekday patterns</a:t>
            </a:r>
          </a:p>
          <a:p>
            <a:r>
              <a:t>- Customer type significantly impacts VAT contribution</a:t>
            </a:r>
          </a:p>
          <a:p>
            <a:r>
              <a:t>- Gender-based preferences vary by product 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SQL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RANK() window function for gender-based analysis</a:t>
            </a:r>
          </a:p>
          <a:p>
            <a:r>
              <a:t>- Subqueries for average comparisons</a:t>
            </a:r>
          </a:p>
          <a:p>
            <a:r>
              <a:t>- HAVING clause for performance filtering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the ability to convert raw sales data</a:t>
            </a:r>
          </a:p>
          <a:p>
            <a:r>
              <a:t>into meaningful business insights using SQL.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